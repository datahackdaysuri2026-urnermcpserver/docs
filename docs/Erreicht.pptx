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de-CH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5107579-758A-4B35-A8B5-5D3E8DDA0A6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EE9C-D120-52E5-FF60-3DD697CD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>
            <a:extLst>
              <a:ext uri="{FF2B5EF4-FFF2-40B4-BE49-F238E27FC236}">
                <a16:creationId xmlns:a16="http://schemas.microsoft.com/office/drawing/2014/main" id="{F37D9D3B-C4D9-B0A7-ADE9-1888E7061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7938"/>
            <a:ext cx="6142037" cy="345440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>
            <a:extLst>
              <a:ext uri="{FF2B5EF4-FFF2-40B4-BE49-F238E27FC236}">
                <a16:creationId xmlns:a16="http://schemas.microsoft.com/office/drawing/2014/main" id="{2E09740D-60DD-DBD5-E116-45CBD998053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960" cy="402948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>
            <a:extLst>
              <a:ext uri="{FF2B5EF4-FFF2-40B4-BE49-F238E27FC236}">
                <a16:creationId xmlns:a16="http://schemas.microsoft.com/office/drawing/2014/main" id="{D67613EC-D14E-FFD5-0C25-37195BB88C84}"/>
              </a:ext>
            </a:extLst>
          </p:cNvPr>
          <p:cNvSpPr>
            <a:spLocks noGrp="1"/>
          </p:cNvSpPr>
          <p:nvPr>
            <p:ph type="sldNum" idx="23"/>
          </p:nvPr>
        </p:nvSpPr>
        <p:spPr>
          <a:xfrm>
            <a:off x="4024080" y="9721080"/>
            <a:ext cx="3078000" cy="51300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6ADBCF-9B5B-4F8B-8968-155D2B449BF0}" type="slidenum">
              <a: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5649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690920"/>
            <a:ext cx="9143640" cy="20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Mastertitelformat bearbeiten</a:t>
            </a:r>
            <a:endParaRPr lang="de-CH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3" name="Grafik 3"/>
          <p:cNvPicPr/>
          <p:nvPr/>
        </p:nvPicPr>
        <p:blipFill>
          <a:blip r:embed="rId2"/>
          <a:stretch/>
        </p:blipFill>
        <p:spPr>
          <a:xfrm>
            <a:off x="7232040" y="340920"/>
            <a:ext cx="4433040" cy="56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66435F-36F3-46F2-A9E7-186F52440E68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CH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CH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CH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CH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CH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39640" y="365040"/>
            <a:ext cx="10814040" cy="78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200" b="0" u="none" strike="noStrike">
                <a:solidFill>
                  <a:srgbClr val="17344D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rgbClr val="17344D"/>
                </a:solidFill>
                <a:effectLst/>
                <a:uFillTx/>
                <a:latin typeface="Calibri Light"/>
                <a:ea typeface="Arial"/>
              </a:rPr>
              <a:t>Mastertitelformat bearbeiten</a:t>
            </a:r>
            <a:endParaRPr lang="de-CH" sz="3200" b="0" u="none" strike="noStrike">
              <a:solidFill>
                <a:srgbClr val="17344D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39640" y="1627560"/>
            <a:ext cx="11205720" cy="475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Mastertextformat bearbeiten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Zweite Ebene</a:t>
            </a:r>
            <a:endParaRPr lang="de-CH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Dritte Ebene</a:t>
            </a:r>
            <a:endParaRPr lang="de-CH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Vierte Ebene</a:t>
            </a:r>
            <a:endParaRPr lang="de-CH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Fünfte Ebene</a:t>
            </a:r>
            <a:endParaRPr lang="de-CH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10" name="Grafik 4"/>
          <p:cNvPicPr/>
          <p:nvPr/>
        </p:nvPicPr>
        <p:blipFill>
          <a:blip r:embed="rId2"/>
          <a:stretch/>
        </p:blipFill>
        <p:spPr>
          <a:xfrm>
            <a:off x="8945280" y="365040"/>
            <a:ext cx="285732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CFE3E-33CC-4CFD-94CB-4084AAD297B1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C12D-DE11-B468-35A9-9F7A3E2A4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>
            <a:extLst>
              <a:ext uri="{FF2B5EF4-FFF2-40B4-BE49-F238E27FC236}">
                <a16:creationId xmlns:a16="http://schemas.microsoft.com/office/drawing/2014/main" id="{128A819F-B337-5460-B886-138891F1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0" y="365040"/>
            <a:ext cx="10814040" cy="78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CH" sz="3200" b="0" u="none" strike="noStrike" dirty="0">
                <a:solidFill>
                  <a:srgbClr val="17344D"/>
                </a:solidFill>
                <a:effectLst/>
                <a:uFillTx/>
                <a:latin typeface="Calibri Light"/>
                <a:ea typeface="Arial"/>
              </a:rPr>
              <a:t>Ziele erreicht?</a:t>
            </a:r>
            <a:endParaRPr lang="de-CH" sz="3200" b="0" u="none" strike="noStrike" dirty="0">
              <a:solidFill>
                <a:srgbClr val="17344D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>
            <a:extLst>
              <a:ext uri="{FF2B5EF4-FFF2-40B4-BE49-F238E27FC236}">
                <a16:creationId xmlns:a16="http://schemas.microsoft.com/office/drawing/2014/main" id="{B7A4916E-9A92-AD66-7FF8-C4C9797FD09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39640" y="1627560"/>
            <a:ext cx="11205720" cy="475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CH" sz="2800" b="0" u="none" strike="noStrike" dirty="0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Basis-Architektur mit Host, LLM, MCP-Server </a:t>
            </a:r>
          </a:p>
          <a:p>
            <a:pPr marL="457200" indent="-457200">
              <a:spcBef>
                <a:spcPts val="1001"/>
              </a:spcBef>
              <a:buClr>
                <a:srgbClr val="000000"/>
              </a:buClr>
              <a:buFont typeface="Symbol" panose="05050102010706020507" pitchFamily="18" charset="2"/>
              <a:buChar char="-"/>
            </a:pPr>
            <a:r>
              <a:rPr lang="de-CH" sz="2800" b="0" u="none" strike="noStrike" dirty="0">
                <a:solidFill>
                  <a:schemeClr val="dk1"/>
                </a:solidFill>
                <a:effectLst/>
                <a:uFillTx/>
                <a:latin typeface="Calibri Light"/>
                <a:ea typeface="Arial"/>
                <a:sym typeface="Wingdings" panose="05000000000000000000" pitchFamily="2" charset="2"/>
              </a:rPr>
              <a:t>Erfolg: </a:t>
            </a:r>
            <a:r>
              <a:rPr lang="de-CH" sz="2800" b="0" u="none" strike="noStrike" dirty="0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nachvollzogen und reproduzierbar aufgebaut</a:t>
            </a: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Symbol" panose="05050102010706020507" pitchFamily="18" charset="2"/>
              <a:buChar char="-"/>
            </a:pPr>
            <a:r>
              <a:rPr lang="de-CH" sz="2800" b="0" u="none" strike="noStrike" dirty="0">
                <a:solidFill>
                  <a:schemeClr val="dk1"/>
                </a:solidFill>
                <a:effectLst/>
                <a:uFillTx/>
                <a:latin typeface="Calibri Light"/>
                <a:ea typeface="Arial"/>
                <a:sym typeface="Wingdings" panose="05000000000000000000" pitchFamily="2" charset="2"/>
              </a:rPr>
              <a:t>Challenges: Mehrere Betriebssysteme, Zusammenarbeit der Komponenten verstehen, Komponenten integrieren</a:t>
            </a:r>
            <a:endParaRPr lang="de-CH" sz="2800" b="0" u="none" strike="noStrike" dirty="0">
              <a:solidFill>
                <a:schemeClr val="dk1"/>
              </a:solidFill>
              <a:effectLst/>
              <a:uFillTx/>
              <a:latin typeface="Calibri Light"/>
              <a:ea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de-CH" sz="2800" dirty="0">
              <a:solidFill>
                <a:schemeClr val="dk1"/>
              </a:solidFill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CH" sz="2800" dirty="0">
                <a:solidFill>
                  <a:schemeClr val="dk1"/>
                </a:solidFill>
              </a:rPr>
              <a:t>MCP-Server mit lokalen Urner Inhalten</a:t>
            </a: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Symbol" panose="05050102010706020507" pitchFamily="18" charset="2"/>
              <a:buChar char="-"/>
            </a:pPr>
            <a:r>
              <a:rPr lang="de-CH" sz="2800" dirty="0">
                <a:solidFill>
                  <a:schemeClr val="dk1"/>
                </a:solidFill>
              </a:rPr>
              <a:t>Veranstaltungen + Kinoprogramm, Erweiterbarkeit gegeben</a:t>
            </a: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Symbol" panose="05050102010706020507" pitchFamily="18" charset="2"/>
              <a:buChar char="-"/>
            </a:pPr>
            <a:r>
              <a:rPr lang="de-CH" sz="2800" dirty="0">
                <a:solidFill>
                  <a:schemeClr val="dk1"/>
                </a:solidFill>
              </a:rPr>
              <a:t>Technologien: Python und Rust</a:t>
            </a: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Symbol" panose="05050102010706020507" pitchFamily="18" charset="2"/>
              <a:buChar char="-"/>
            </a:pPr>
            <a:r>
              <a:rPr lang="de-CH" sz="2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Challenges: Tools LLM-verständlich, Generalisierung vs. Spezialisierung, unterschiedliche Datenquellen und -formate integrieren </a:t>
            </a:r>
          </a:p>
        </p:txBody>
      </p:sp>
      <p:sp>
        <p:nvSpPr>
          <p:cNvPr id="40" name="PlaceHolder 3">
            <a:extLst>
              <a:ext uri="{FF2B5EF4-FFF2-40B4-BE49-F238E27FC236}">
                <a16:creationId xmlns:a16="http://schemas.microsoft.com/office/drawing/2014/main" id="{7C8509C8-9956-F019-D3CE-917ABFCBD347}"/>
              </a:ext>
            </a:extLst>
          </p:cNvPr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Hackdays Uri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821066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</Words>
  <Application>Microsoft Office PowerPoint</Application>
  <PresentationFormat>Breitbild</PresentationFormat>
  <Paragraphs>11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Symbol</vt:lpstr>
      <vt:lpstr>Times New Roman</vt:lpstr>
      <vt:lpstr>Wingdings</vt:lpstr>
      <vt:lpstr>Office</vt:lpstr>
      <vt:lpstr>Ziele erreicht?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kjshdickhda yxcc</dc:title>
  <dc:subject/>
  <dc:creator>Tom Kleiber</dc:creator>
  <dc:description/>
  <cp:lastModifiedBy>Matthias Amacher</cp:lastModifiedBy>
  <cp:revision>202</cp:revision>
  <dcterms:created xsi:type="dcterms:W3CDTF">2019-01-30T08:10:43Z</dcterms:created>
  <dcterms:modified xsi:type="dcterms:W3CDTF">2026-03-28T12:56:34Z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